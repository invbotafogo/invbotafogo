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305" r:id="rId12"/>
    <p:sldId id="267" r:id="rId13"/>
    <p:sldId id="268" r:id="rId14"/>
    <p:sldId id="306" r:id="rId15"/>
    <p:sldId id="269" r:id="rId16"/>
    <p:sldId id="307" r:id="rId17"/>
    <p:sldId id="29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302" r:id="rId28"/>
    <p:sldId id="303" r:id="rId29"/>
    <p:sldId id="279" r:id="rId30"/>
    <p:sldId id="301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1" r:id="rId42"/>
    <p:sldId id="293" r:id="rId43"/>
    <p:sldId id="300" r:id="rId44"/>
    <p:sldId id="294" r:id="rId45"/>
    <p:sldId id="299" r:id="rId46"/>
    <p:sldId id="295" r:id="rId47"/>
    <p:sldId id="296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771D7-B19C-3842-A280-2A711DB3B512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D2A-43DA-1945-83E4-9590E11FCF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03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37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52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34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03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217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237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198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218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CRISTO:</a:t>
            </a:r>
            <a:endParaRPr lang="en-US" sz="54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IDENTIFICAÇÃO DE JEOVÁ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r>
              <a:rPr lang="en-US" sz="22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cristocêntrica e bíblica</a:t>
            </a:r>
            <a:endParaRPr lang="en-US" sz="2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77571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NOME DE DEUS — A BASE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326261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falar de Jesus, precisamos entender quem Deus se revelou ser.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231389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Ex.3:14</a:t>
            </a:r>
            <a:r>
              <a:rPr lang="pt-BR" sz="2400" b="1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b="1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"EU SOU O QUE SOU… dirás: EU SOU me enviou a vós."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205225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nasce 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501135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YHWH (Yahweh / Javé) → "Aquele que é"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Deus eterno, autoexistente, independente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9159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TEMPO: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9159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judeus passaram a não pronunciar o nome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Substituíam por Adonai (Senhor)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tradução grega (Septuaginta), virou: Kyrios (Senhor)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3604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 PONTO CRÍTICO: O NOME DE DEUS É DADO A JESUS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7589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convicção cristã toma o ponto de partida da premissa dupla da cristologia apostólica, a saber, que Cristo como pessoa era indivisivelmente um, ao mesmo tempo totalmente divino e totalmente humano, isto é, verdadeiro Deus e verdadeiro homem.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344017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COMEÇA A VIRADA: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89813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Testamento pega textos que falam de YHWH e aplica diretamente a Jesus.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2587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Joel 2:32 → Romanos 10:13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6560" y="980057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(YHWH):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32137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Jl.2:32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"Todo aquele que invocar o nome do SENHOR (YHWH) será salvo."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351531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(Jesus):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14960" y="2712323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Rm.10:13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"Todo aquele que invocar o nome do Senhor será salvo."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14960" y="360531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contexto de Romanos 10, Paulo está falando de Jesus como Senhor.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448487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não é só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citação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é identificação funcional direta.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8117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Isaías 45:23 → Filipenses 2:10-11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59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(YHWH falando):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637665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"Diante de mim se dobrará todo joelho…"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27457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(sobre Jesus):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6339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"Ao nome de Jesus se dobre todo joelho… e toda língua confesse que Jesus Cristo é Senhor."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73761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Isaías deixa claro: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pertence exclusivamente a YHWH.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4150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Paulo aplica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suavizar a Jesus.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381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Salmo 102:25-27 → Hebreus 1:10-12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33680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(YHWH como Criador eterno):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70865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"Tu, Senhor, no princípio fundaste a terra…"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51561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(aplicado ao Filho):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88137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"Tu, Senhor, no princípio fundaste a terra…"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703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autor de Hebreus pega um texto claramente sobre YHWH e diz: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o Filho.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Isaías 40:3 → Mateus 3:3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276349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Is.40:3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"Voz do que clama no deserto: Preparai o caminho do Senhor (YHWH); endireitai no ermo vereda a nosso Deus."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4960" y="257175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(João Batista prepara o caminho para Jesus):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887979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Mt.3:3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“Porque este é o referido por intermédio do profeta Isaías: Voz do que clama no deserto: Preparai o caminho do Senhor, endireitai as suas veredas.”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17068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implícita: o caminho preparado para YHWH → é o caminho de Jesus.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6822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ISSO TUDO </a:t>
            </a:r>
            <a:r>
              <a:rPr lang="en-US" sz="28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</a:t>
            </a:r>
            <a:endParaRPr lang="pt-BR" sz="2800" b="1" dirty="0">
              <a:solidFill>
                <a:srgbClr val="FFFF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(PONTO CENTRAL):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33043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autores do Novo Testamento fazem algo muito específico: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2275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dizem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Jesus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Deus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dizem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enviado</a:t>
            </a: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pt-BR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autores do NT colocam Jesus dentro da própria identidade de YHWH - não apenas como enviado.</a:t>
            </a:r>
          </a:p>
          <a:p>
            <a:pPr algn="l">
              <a:buSzPct val="100000"/>
            </a:pP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98969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JESUS FAZ O QUE SÓ DEUS FAZ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58023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apenas instrumento, mas sustentador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943341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Cl.1:16-17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"Tudo foi criado por meio dele… e nele tudo subsiste"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948699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AT, criar e sustentar o universo não é algo delegável — não é só "fazer", é manter a existência.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48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329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9989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17192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Deus diz que criou sozinho</a:t>
            </a:r>
            <a:b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Is.44:24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“Assim diz o Senhor, que te redime, o mesmo que te formou desde o ventre materno: Eu sou o Senhor, que faço todas as coisas, que sozinho estendi os céus e sozinho espraiei a terra;”</a:t>
            </a:r>
          </a:p>
          <a:p>
            <a:pPr marL="342900" indent="-342900" algn="l">
              <a:buSzPct val="100000"/>
              <a:buChar char="•"/>
            </a:pP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"Nele tudo subsiste" → Jesus não apenas participou da criação, Ele sustenta a realidade continuamente.</a:t>
            </a:r>
          </a:p>
          <a:p>
            <a:pPr marL="342900" indent="-342900" algn="l">
              <a:buSzPct val="100000"/>
              <a:buChar char="•"/>
            </a:pP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não cabe na categoria de criatura. Nenhuma criatura sustenta todas as coisas.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525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337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2489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Salvador </a:t>
            </a:r>
            <a:r>
              <a:rPr lang="pt-BR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só agente, mas fonte da salvação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45993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Is.43:11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"Eu, eu sou o Senhor, e fora de mim não há salvador"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76851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Mt.1:21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"Ele salvará o seu povo dos pecados"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34051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AT, Deus usa instrumentos (juízes, reis), mas o salvador verdadeiro sempre é Ele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Mateus, Jesus não apenas aponta para salvação — Ele é o agente direto que remove o pecado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Sl.51:4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"Pequei contra ti, contra ti somente" → Pecado é contra Deus; logo, só Deus pode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perdoar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plenamente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algn="l">
              <a:buSzPct val="100000"/>
            </a:pP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Jesus salva do pecado, Ele está operando no nível divino, não apenas funcional.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5824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Juiz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juízo universal final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5663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Ec.12:14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"Porque Deus há de trazer a juízo todas as obras, até as que estão escondidas, quer sejam boas, quer sejam más."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963544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Jo.5:22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Pai a ninguém julga, mas confiou todo o julgamento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Filho“</a:t>
            </a: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At.17:31. “porquanto estabeleceu um dia em que há de julgar o mundo com justiça, por meio de um varão que destinou e acreditou diante de todos, ressuscitando-o dentre os mortos.” Deus julgará o mundo por meio de um homem que designou (Jesus).</a:t>
            </a:r>
          </a:p>
          <a:p>
            <a:pPr algn="l">
              <a:buSzPct val="100000"/>
            </a:pP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5824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5778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341122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decisivo:</a:t>
            </a: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pensamento judaico, o juízo final pertence exclusivamente a Deus → porque envolve julgar o coração, não só ações externas.</a:t>
            </a:r>
          </a:p>
          <a:p>
            <a:pPr algn="l">
              <a:buSzPct val="100000"/>
            </a:pP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Jesus:</a:t>
            </a: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Julga todos</a:t>
            </a: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Julga eternamente</a:t>
            </a: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Julga com autoridade própria</a:t>
            </a:r>
            <a:b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João 5:23 fecha o argumento:</a:t>
            </a:r>
          </a:p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“Para que todos honrem o Filho como honram o Pai”.</a:t>
            </a:r>
          </a:p>
        </p:txBody>
      </p:sp>
    </p:spTree>
    <p:extLst>
      <p:ext uri="{BB962C8B-B14F-4D97-AF65-F5344CB8AC3E}">
        <p14:creationId xmlns:p14="http://schemas.microsoft.com/office/powerpoint/2010/main" val="2207253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67759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5316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questão não é só semelhança de ações. É que Jesus exerce prerrogativas que, segundo as Escrituras, pertencem exclusivamente ao próprio Deus.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e sustenta todas as coisas (atributo ontológico)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 do pecado (autoridade divina direta)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Julga toda a humanidade (função exclusiva de Deus)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exige a mesma honra que Deus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67759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86463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acontecendo…</a:t>
            </a:r>
            <a:b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está blasfemando em nível máximo, ou Ele compartilha da própria identidade divina?</a:t>
            </a:r>
            <a:b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apenas “funções delegadas”, porque:</a:t>
            </a: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Nenhum profeta sustenta o universo</a:t>
            </a: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Nenhum anjo recebe a mesma honra de Deus</a:t>
            </a: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Nenhuma criatura julga toda a humanidade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3655128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diante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alguém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recebeu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mas de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alguém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possui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aquilo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pertence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Deus.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4829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4091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 GLÓRIA DE DEUS EM JESUS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569085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Is.42:8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"Eu sou o Senhor, este é o meu nome; a minha glória, pois, não a darei a outrem, nem a minha honra, às imagens de escultura."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3045715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Deus estabelece um limite absoluto: </a:t>
            </a:r>
            <a:br>
              <a:rPr lang="en-US" sz="220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200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r>
              <a:rPr lang="en-US" sz="220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glória não é transferível, não é compartilhada com outro ser.</a:t>
            </a:r>
            <a:endParaRPr lang="en-US" sz="22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0510" y="395351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86969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1833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1418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66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89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092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NT,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vemos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em:</a:t>
            </a:r>
            <a:b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Jo.1:14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 o Verbo se fez carne e habitou entre nós, cheio de graça e de verdade, e vimos a sua glória, glória como do unigênito do Pai."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30251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Hb.1:3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"Ele é o resplendor da glória e a expressão exata do seu Ser…"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37013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Deus não dá Sua glória a outro, e Jesus a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plenamente</a:t>
            </a:r>
            <a:r>
              <a:rPr lang="pt-BR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o próprio Deus se tornando visível.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4059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JESUS RECEBE ADORAÇÃO (E NÃO REJEITA)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483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Anjos recusam adoração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458531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Ap.19:10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faças </a:t>
            </a:r>
            <a:r>
              <a:rPr lang="en-US" sz="24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Sou servo como você… Adore a Deus."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343535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tenta adorar o anjo novamente, e ele repete: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93573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Ap.22:8-9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faças </a:t>
            </a:r>
            <a:r>
              <a:rPr lang="en-US" sz="24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Adore a Deus."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7544" y="4440841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anjo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deixa claro: adoração é exclusiva de Deus.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AA4CFD-737B-40BD-8622-9B8028F9513B}"/>
              </a:ext>
            </a:extLst>
          </p:cNvPr>
          <p:cNvSpPr txBox="1"/>
          <p:nvPr/>
        </p:nvSpPr>
        <p:spPr>
          <a:xfrm>
            <a:off x="365760" y="2037523"/>
            <a:ext cx="8859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adorar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516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Homens de Deus recusam adoração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At.10:25-26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Cornélio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prostra diante de Pedro: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4399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"Levanta-te, eu também sou homem."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11709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At.14:11-15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Tentam adorar Paulo e Barnabé como deuses, e eles reagem: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9235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"Somos homens como vocês… afastem-se dessas coisas!"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5890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servo de Deus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adoração</a:t>
            </a:r>
            <a:r>
              <a:rPr lang="pt-BR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verdadeiro servo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imediatamente.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5349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Deus aceita adoração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4241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Mt.4:10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"Ao Senhor teu Deus adorarás, e só a Ele servirás."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11455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Ex.20:3-5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terás outros deuses… não te prostrarás diante deles"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21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Exclusividade absoluta sempre será Dele.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93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DECISIVO: JESUS ACEITA ADORAÇÃO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3944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Mt.14:33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"Os que estavam no barco o adoraram, dizendo: Verdadeiramente és Filho de Deus"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Jo.9:38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cego curado diz: "Creio, Senhor" e o adorou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Mt.28:9 / 28:17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ressurreição, eles o adoraram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Hb.1:6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“…E todos os anjos de Deus 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adorem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  <a:p>
            <a:pPr algn="l">
              <a:buSzPct val="100000"/>
            </a:pP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recusou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adoração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tal ato seria considerado uma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blasfêmia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fosse Deus.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922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DECLARAÇÕES DIRETAS DE QUE JESUS É DEUS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734693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implícito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explícito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374042"/>
            <a:ext cx="8412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Jo.20:28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"Senhor meu e Deus meu!"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Tt.2:13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"Nosso grande Deus e Salvador Jesus Cristo"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Pe.1:1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"Nosso Deus e Salvador Jesus Cristo"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Cl.2:9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"Nele habita corporalmente toda a plenitude da divindade"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54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 CHAVE DA DUALIDADE: DEUS </a:t>
            </a:r>
            <a:r>
              <a:rPr lang="pt-BR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HOMEM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81940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Bíblia sustenta duas verdades ao mesmo tempo:</a:t>
            </a:r>
            <a:endParaRPr lang="en-US" sz="2200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22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Jesus é totalmente Deus     </a:t>
            </a:r>
            <a:br>
              <a:rPr lang="en-US" sz="22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2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Jesus é totalmente homem</a:t>
            </a:r>
            <a:endParaRPr lang="en-US" sz="22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13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é Deus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499360"/>
            <a:ext cx="8412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Jo.1:1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Verbo era Deus"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Jo.20:28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"Tomé responde: Senhor meu e Deus meu"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Cl.2:9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"Nele habita toda a plenitude da divindade"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Hb.1:8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"Mas acerca do Filho: O teu trono, ó Deus…"</a:t>
            </a:r>
            <a:endParaRPr lang="en-US" sz="2400" dirty="0"/>
          </a:p>
          <a:p>
            <a:pPr algn="l">
              <a:buSzPct val="100000"/>
            </a:pP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linguagem simbólica. </a:t>
            </a: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é chamado diretamente de Deus.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1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A CHAVE DA DUALIDADE — JESUS É HOMEM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446657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é plenamente humano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85166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Jo.1:14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Verbo se fez carne"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Tm.2:5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"Um só mediador… Jesus, homem"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Lc.2:52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"Crescia em sabedoria, estatura…"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Hb.2:17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"Convinha que em tudo se tornasse semelhante aos irmãos"</a:t>
            </a:r>
            <a:endParaRPr lang="en-US" sz="2400" dirty="0"/>
          </a:p>
          <a:p>
            <a:pPr algn="l">
              <a:buSzPct val="100000"/>
            </a:pP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pareceu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Ele é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plenamente humano.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845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A CHAVE DA DUALIDADE — DUALIDADE DE DEUS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70510" y="1205093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Jo.8:58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"Antes de Abraão existir, EU SOU" (divindade) 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dito por alguém que está ali, em forma humana.</a:t>
            </a:r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Cl.1:15-17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é a imagem do Deus invisível, o primogênito de toda a criação; … Ele é antes de todas as coisas. Nele, tudo subsiste.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Criador de tudo, e ao mesmo tempo entra na história como homem</a:t>
            </a:r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Fp.2:7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“antes, a si mesmo se esvaziou, assumindo a forma de servo, tornando-se em semelhança de homens; e, reconhecido em figura humana,…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Assumiu forma de homem sendo Deus.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82153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1663257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029905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4608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Deus /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metade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homem</a:t>
            </a:r>
            <a:endParaRPr lang="en-US" sz="2400" b="1" dirty="0">
              <a:solidFill>
                <a:srgbClr val="FFFF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separadas</a:t>
            </a:r>
            <a:endParaRPr lang="en-US" sz="2400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única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naturezas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completas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0210" y="35590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9248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3614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5787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 IDENTIFICAÇÃO FINAL: JESUS COMO "EU SOU"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35677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Ele se refere a si mesmo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821689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Jo.8:58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"Antes que Abraão existisse, EU SOU"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1310" y="2362613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SzPct val="100000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não é só a expressão, mas como Jesus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não diz "eu era“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 um presente absoluto: "EU SOU"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contraste direto com "Abraão existiu"</a:t>
            </a:r>
            <a:endParaRPr lang="en-US" sz="2400" dirty="0"/>
          </a:p>
          <a:p>
            <a:pPr algn="l">
              <a:buSzPct val="100000"/>
            </a:pPr>
            <a:b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coloca fora da linha do tempo, não apenas antes de Abraão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0210" y="35590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9248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3960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8388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42645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5722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621409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6616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era associado seu nome: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307209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Ex.3:14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"EU SOU O QUE SOU"</a:t>
            </a:r>
            <a:endParaRPr lang="en-US" sz="2400" dirty="0"/>
          </a:p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contexto judaico, "EU SOU" não era frase comum — era a forma associada ao nome de Deus.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3738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"EU SOU" — REAÇÃO DOS OUVINTES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99845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reação confirma a interpretação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791017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Jo.8:59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"Pegaram pedras para apedrejá-lo"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6536" y="330962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SzPct val="100000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seja, eles entenderam que Ele:</a:t>
            </a:r>
            <a:endParaRPr lang="en-US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Estava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divina</a:t>
            </a:r>
            <a:endParaRPr lang="en-US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Estava se colocando no lugar de Deus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647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77F874-B1F4-4419-823A-5C5038484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2" y="2212023"/>
            <a:ext cx="8492464" cy="224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86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9592" y="391682"/>
            <a:ext cx="8412480" cy="552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todos rejeitaram: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82676" y="375359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Jo.8:30</a:t>
            </a:r>
            <a:r>
              <a:rPr lang="pt-BR" sz="2400" b="1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b="1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"Muitos creram nele" — houve quem ouviu e aceitou.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14701CA-C562-4BE3-A347-7B2D51DFDADC}"/>
              </a:ext>
            </a:extLst>
          </p:cNvPr>
          <p:cNvSpPr txBox="1"/>
          <p:nvPr/>
        </p:nvSpPr>
        <p:spPr>
          <a:xfrm>
            <a:off x="282676" y="960120"/>
            <a:ext cx="85786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pt-BR" sz="2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Jo.8:59. “Pegaram pedras…”</a:t>
            </a:r>
          </a:p>
          <a:p>
            <a:pPr marL="0" indent="0" algn="l">
              <a:buNone/>
            </a:pPr>
            <a:r>
              <a:rPr lang="pt-BR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Jo.8:58, os judeus entendem como uma declaração muito forte de divindade, por isso no verso seguinte pegaram pedras para  atirar nele. Eles entenderam o que Ele quis dizer, mas rejeitaram.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A0C1611-71F4-4AEB-974A-692597B6303D}"/>
              </a:ext>
            </a:extLst>
          </p:cNvPr>
          <p:cNvSpPr txBox="1"/>
          <p:nvPr/>
        </p:nvSpPr>
        <p:spPr>
          <a:xfrm>
            <a:off x="365760" y="3208563"/>
            <a:ext cx="6396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Mas, o </a:t>
            </a:r>
            <a:r>
              <a:rPr lang="en-US" sz="2400" i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próprio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i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i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</a:t>
            </a: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pt-BR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“outro lado”: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835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33805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não pode ser apenas um mestre, um profeta ou um enviado. Porque Ele: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225929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adoração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Perdoa pecados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Julga o mundo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a criação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 o nome de YHWH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3406775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780409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9556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(ESSENCIAL):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75943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03833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confissão da igreja não foi complexa: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21306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Rm.10:9</a:t>
            </a:r>
            <a:r>
              <a:rPr lang="pt-BR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"Se, com a tua boca, confessares Jesus como Senhor e, em teu coração, creres que Deus o ressuscitou dentre os mortos, serás salvo."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313309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YHWH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Deus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autoridade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</a:t>
            </a:r>
            <a:endParaRPr lang="en-US" sz="2400" dirty="0"/>
          </a:p>
          <a:p>
            <a:pPr algn="l">
              <a:buSzPct val="100000"/>
            </a:pPr>
            <a:endParaRPr lang="en-US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>
              <a:buSzPct val="100000"/>
            </a:pPr>
            <a:endParaRPr lang="en-US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15D038-DEDE-4A35-8F3D-E98F40AD6E91}"/>
              </a:ext>
            </a:extLst>
          </p:cNvPr>
          <p:cNvSpPr txBox="1"/>
          <p:nvPr/>
        </p:nvSpPr>
        <p:spPr>
          <a:xfrm>
            <a:off x="365760" y="263499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QUE NEGAM A DIVINDADE PLENA DE JESUS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 onde a lógica deles entra em conflito com o texto bíblico)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TESTEMUNHAS DE JEOVÁ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Ensinam que Jesus não é Deus, mas a primeira criação de Deus, identificado como o Arcanjo Miguel, e por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inferior ao Pai.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06451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 parte de que, por ser "Filho" e "primogênito", Jesus teve começo e não é eterno.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conflito surge porque a própria Bíblia diz que todas as coisas foram criadas por meio dele e que ele é antes de tudo, o que excluiria Jesus de ser uma criatura.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QUE NEGAM — UNICISTAS (MODALISMO)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270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UNICISTAS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6687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Ensinam que Deus é uma única pessoa, dizem que “Pai, Filho e Espírito são a mesma pessoa”</a:t>
            </a:r>
            <a:endParaRPr lang="en-US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Pai, Filho e Espírito são apenas “modos” ou “manifestações”, não aceitam a Trindade. Eles batizam somente em nome de Jesus (At.2:38 isolado)</a:t>
            </a:r>
          </a:p>
          <a:p>
            <a:pPr marL="342900" indent="-342900" algn="l">
              <a:buSzPct val="10000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Dizem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Jesus é 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próprio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= 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próprio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-11176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QUE NEGAM — ARIANISMO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ARIANISMO (E VARIAÇÕES MODERNAS) — parecido com a visão das TJ: Jesus como criatura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583944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Ário foi presbítero (líder/ancião) em Alexandria, Egito, século IV. Ficou conhecido por iniciar uma das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maiores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controvérsias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história da igreja sobre quem Jesus é.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276987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ensinava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65760" y="317119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Deus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2300" dirty="0"/>
          </a:p>
          <a:p>
            <a:pPr marL="342900" indent="-342900" algn="l">
              <a:buSzPct val="100000"/>
              <a:buChar char="•"/>
            </a:pP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Deus antes de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</a:t>
            </a:r>
            <a:endParaRPr lang="en-US" sz="2300" dirty="0"/>
          </a:p>
          <a:p>
            <a:pPr marL="342900" indent="-342900" algn="l">
              <a:buSzPct val="100000"/>
              <a:buChar char="•"/>
            </a:pP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Portanto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Deus no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sentido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2300" dirty="0"/>
          </a:p>
          <a:p>
            <a:pPr algn="l">
              <a:buSzPct val="100000"/>
            </a:pPr>
            <a:r>
              <a:rPr lang="pt-BR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verdade, você não verá mais esse nome, mas verá igrejas que tem essa visão, como TJ, igreja do sétimo dia...</a:t>
            </a:r>
            <a:endParaRPr lang="en-US" sz="2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84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QUE NEGAM — ISLÃ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ISLÃ (ISLAMISMO)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 um único Deus absoluto (Alá) e rejeita totalmente a divindade de Jesus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Islã, Jesus é apenas um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profeta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Filho de Deus, nem parte de Deus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(Isa) foi enviado por Deus, fez milagres e ensinou, mas continua sendo apenas humano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"Isa" é o nome de Jesus no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Alcorão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do árabe ʿĪsā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mesma pessoa (Jesus), mas entendida de forma diferente: profeta, não Deus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JUDAÍSMO (VISÃO TRADICIONAL)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povo judeu está ligado à aliança que Deus fez com Abraão e seus descendentes. Essa promessa envolve terra, descendência e um relacionamento especial com Deus.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331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próprio Jesus Cristo já antecipava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muitos não creriam nele, inclusive dentro de Israel. Ele fala de rejeição e incredulidade mesmo diante das obras e sinais, e ainda assim aponta que o plano de Deus seguiria, alcançando outros povos também.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24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82272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Jo.1:11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"Veio para o que era seu, e os seus não o receberam."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Jo.12:37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"Apesar de tantos sinais… não creram nele."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Mt.21:42-43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pedra rejeitada e do Reino sendo dado a outros.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Lc.13:34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"Quantas vezes quis… mas vocês não quiseram."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Mt.28:19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"Ide e fazei discípulos de todas as nações"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934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JUDAÍSMO — Fundamento Teológico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Judaísmo parte de um princípio absolutamente inegociável: Deus é um, de forma indivisível e sem qualquer distinção interna.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307591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texto de Deuteronômio afirma "o Senhor é um",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é entendido apenas como oposição a vários deuses, mas como uma afirmação de que Deus não pode ser composto, dividido ou manifestado em pessoas distintas. Essa compreensão molda toda a leitura judaica das Escrituras.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934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JUDAÍSMO — O Conflito com a Fé Cristã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782574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pt-BR" sz="23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exatamente nesse ponto que surge o conflito com a fé cristã. Quando os cristãos afirmam que Jesus é Deus, o judeu não entende isso como uma afirmação refinada ou teologicamente complexa, mas como uma violação direta do monoteísmo.</a:t>
            </a:r>
            <a:b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pt-BR" sz="2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ele, dizer que um homem participa da identidade de Deus equivale a colocar uma criatura dentro do lugar exclusivo do Criador.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JUDAÍSMO — Expectativa Messiânica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expectativa messiânica no judaísmo nunca incluiu a 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idéia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um Messias divino. O Messias é esperado como um descendente de Davi, um líder humano ungido por Deus para restaurar Israel, estabelecer justiça e conduzir o povo. Ele pode ter autoridade, pode ser escolhido, pode até agir em nome de Deus, mas nunca é identificado como o próprio Deus.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9110" y="200025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3429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306324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Jesus aceita adoração, perdoa pecados ou faz declarações como "antes que Abraão existisse, Eu Sou",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é visto como revelação progressiva, mas como uma reivindicação inaceitável. A reação registrada nos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Evangelhos</a:t>
            </a:r>
            <a:r>
              <a:rPr lang="pt-BR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tentativa de apedrejamento em João 8 </a:t>
            </a:r>
            <a:r>
              <a:rPr lang="pt-BR" sz="2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sentido dentro dessa lógica: não foi má interpretação, foi compreensão direta do peso da afirmação.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32131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judaísmo não apenas não aceita Jesus; ele parte de uma visão de Deus tão estritamente única e indivisível que não há espaço para reconhecer Jesus como Deus.</a:t>
            </a:r>
          </a:p>
          <a:p>
            <a:pPr marL="0" indent="0" algn="l">
              <a:buNone/>
            </a:pP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01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8354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JUDAÍSMO — A Ruptura Real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121029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cristianismo, por sua vez, não abandona o monoteísmo, mas o redefine ao afirmar que o único Deus existe com distinção interna: Pai, Filho e Espírito, sem deixar de ser um.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46799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é a ruptura real: o judaísmo preserva a unidade absoluta sem distinção, enquanto o cristianismo mantém a unidade, mas afirma uma complexidade interna revelada plenamente em Cristo.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97129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8359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061464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7221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que, do ponto de vista judaico, a divindade de Jesus não parece uma continuação natural da fé de Israel, mas uma reformulação radical do que significa dizer que Deus é um.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012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b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</a:t>
            </a:r>
            <a:r>
              <a:rPr lang="en-US" sz="2400" b="1" dirty="0" err="1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Preservam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corretamente o monoteísmo</a:t>
            </a:r>
            <a:endParaRPr lang="en-US" sz="2400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Mas não aceitam a revelação progressiva cumprida em Cristo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021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COMPARATIVO</a:t>
            </a:r>
            <a:endParaRPr lang="en-US" sz="2800" dirty="0">
              <a:solidFill>
                <a:srgbClr val="FFFF00"/>
              </a:solidFill>
            </a:endParaRPr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41452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preserva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 rompe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Testemunhas de Jeová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Monoteísmo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Divindade plena de Cristo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Unicistas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Divindade de Cristo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Distinção entre Pai e Filho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Arianismo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Hierarquia lógica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Eternidade e natureza divina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Islã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Transcendência de Deus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Encarnação e redenção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Judaísmo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 de Deus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Revelação em Cristo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CENTRAL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(SEM MEIO-TERMO)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posição bíblica não é um "equilíbrio confortável".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afirma simultaneamente: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510790"/>
            <a:ext cx="6400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 </a:t>
            </a: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Deus é um</a:t>
            </a:r>
            <a:endParaRPr lang="en-US" sz="24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 Jesus é Deus</a:t>
            </a:r>
            <a:endParaRPr lang="en-US" sz="24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 O Pai não é o Filho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não é contradição, é uma realidade que ultrapassa simplificação humana.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3653</Words>
  <Application>Microsoft Office PowerPoint</Application>
  <PresentationFormat>Apresentação na tela (16:9)</PresentationFormat>
  <Paragraphs>330</Paragraphs>
  <Slides>47</Slides>
  <Notes>47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4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Matheus Neves</cp:lastModifiedBy>
  <cp:revision>30</cp:revision>
  <dcterms:created xsi:type="dcterms:W3CDTF">2026-05-08T11:26:58Z</dcterms:created>
  <dcterms:modified xsi:type="dcterms:W3CDTF">2026-05-10T03:14:37Z</dcterms:modified>
</cp:coreProperties>
</file>